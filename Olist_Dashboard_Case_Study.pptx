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Ana Ribeiro is Head of Marketplace Operations at Olist, a real Brazilian platform that connects small independent sellers to major online marketplaces and handles listing, order routing, and logistics on their behalf.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 works with thousands of sellers across Brazil, shipping products to customers in every state through partner carriers.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Orders span many product categories (electronics, furniture, beauty, sports, etc.), each with very different price points, delivery expectations, and customer satisfaction patterns.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Data about orders, payments, sellers, products, and customer reviews is spread across multiple linked files, and cross-referencing them by hand has made it difficult to see the full picture of marketplace performance.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 has also been noted that some fields (category names, review comments, delivery dates) are incomplete or inconsistent and will need cleaning before analysis.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</a:rPr>
              <a:t>You have been brought in as a Data Analytics Consultant. You are meeting with Ana and her regional managers to scope out what the leadership dashboard should show.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Ana has asked you to design and build a Power BI dashboard reporting marketplace health for leadership review.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She has given you a starting list of requirements, but wants your recommendations on what additional insights the data can reveal.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Show summary statistics grouped by state and product category</a:t>
            </a:r>
            <a:endParaRPr lang="en-US" sz="1300" dirty="0"/>
          </a:p>
          <a:p>
            <a:pPr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333333"/>
                </a:solidFill>
              </a:rPr>
              <a:t>For each grouping, display total revenue, number of orders, average delivery time, and average review score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Show trends across the available years (2016–2018)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Provide the ability to filter the dashboard by state, product category, payment type, and time period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visuals that make the report presentable and easy to interpret at a glance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Make sure the dashboard is easy to maintain and refresh as new order data becomes available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</a:rPr>
              <a:t>1) Design and create a Power BI dashboard meeting the requirements mentioned by Ana Ribeiro
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</a:rPr>
              <a:t>2) Describe what problems with the data you encountered while working on the report and how you addressed them
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</a:rPr>
              <a:t>3) Suggest what additional insights are possible to get from the available data and what types of business decisions could be made based on your dashboard
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</a:rPr>
              <a:t>4) What risks do you see with maintaining the dashboard in its current format?
</a:t>
            </a:r>
            <a:endParaRPr lang="en-US" sz="13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300" dirty="0">
                <a:solidFill>
                  <a:srgbClr val="333333"/>
                </a:solidFill>
              </a:rPr>
              <a:t>5) How would you reorganize the process to maintain and refresh the dashboard on a recurring basis to address the above concerns?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</a:rPr>
              <a:t>Please prepare a 15–20 minute presentation covering the above aspects.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of the Data Sources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olist_orders_dataset – one row per order, with order status and key timestamps: purchase date, approval date, carrier handoff date, actual delivery date, and estimated delivery date.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olist_order_items_dataset – line-item level detail for each order: product, seller, price, and freight value. Multiple rows per order if it contains multiple items.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olist_order_payments_dataset – payment type (credit card, boleto, voucher, debit card), number of installments, and payment value per order.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olist_order_reviews_dataset – customer review score (1–5) and optional review comment per order.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olist_products_dataset – product attributes (category, weight, dimensions). Category names are in Portuguese.</a:t>
            </a:r>
            <a:endParaRPr lang="en-US" sz="1300" dirty="0"/>
          </a:p>
          <a:p>
            <a:pPr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333333"/>
                </a:solidFill>
              </a:rPr>
              <a:t>Hint: use product_category_name_translation.xlsx to map categories to English before building visuals.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olist_customers_dataset – customer ID and location (city, state, zip prefix).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olist_sellers_dataset – seller ID and location (city, state, zip prefix).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olist_geolocation_dataset – zip-code-prefix to latitude/longitude mapping, useful for map visuals.</a:t>
            </a:r>
            <a:endParaRPr lang="en-US" sz="1300" dirty="0"/>
          </a:p>
          <a:p>
            <a:pPr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1300" b="1" dirty="0">
                <a:solidFill>
                  <a:srgbClr val="333333"/>
                </a:solidFill>
              </a:rPr>
              <a:t>Hint: several of these files will need to be merged in Power Query (Merge Queries) before you can build grouped visuals — plan your relationships before you start.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2026-08-03T20:45:28Z</dcterms:created>
  <dcterms:modified xsi:type="dcterms:W3CDTF">2026-08-03T20:45:28Z</dcterms:modified>
</cp:coreProperties>
</file>